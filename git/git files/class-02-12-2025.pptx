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22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6675-3E35-4E79-9DD0-C5BB4C811FD5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38480-AD8F-4C17-BE86-21CCA088BE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6675-3E35-4E79-9DD0-C5BB4C811FD5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38480-AD8F-4C17-BE86-21CCA088BE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6675-3E35-4E79-9DD0-C5BB4C811FD5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38480-AD8F-4C17-BE86-21CCA088BE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6675-3E35-4E79-9DD0-C5BB4C811FD5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38480-AD8F-4C17-BE86-21CCA088BE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6675-3E35-4E79-9DD0-C5BB4C811FD5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38480-AD8F-4C17-BE86-21CCA088BE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6675-3E35-4E79-9DD0-C5BB4C811FD5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38480-AD8F-4C17-BE86-21CCA088BE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6675-3E35-4E79-9DD0-C5BB4C811FD5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38480-AD8F-4C17-BE86-21CCA088BE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6675-3E35-4E79-9DD0-C5BB4C811FD5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38480-AD8F-4C17-BE86-21CCA088BE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6675-3E35-4E79-9DD0-C5BB4C811FD5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A138480-AD8F-4C17-BE86-21CCA088BE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6675-3E35-4E79-9DD0-C5BB4C811FD5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38480-AD8F-4C17-BE86-21CCA088BE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6675-3E35-4E79-9DD0-C5BB4C811FD5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38480-AD8F-4C17-BE86-21CCA088BE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02B6675-3E35-4E79-9DD0-C5BB4C811FD5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A138480-AD8F-4C17-BE86-21CCA088BE8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23" y="-446286"/>
            <a:ext cx="86868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To configure the username &amp; Mail id in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6714"/>
            <a:ext cx="9144000" cy="5900731"/>
          </a:xfrm>
        </p:spPr>
        <p:txBody>
          <a:bodyPr>
            <a:noAutofit/>
          </a:bodyPr>
          <a:lstStyle/>
          <a:p>
            <a:r>
              <a:rPr lang="en-US" sz="1800" dirty="0"/>
              <a:t>git config  --global user.name “prem”</a:t>
            </a:r>
          </a:p>
          <a:p>
            <a:r>
              <a:rPr lang="en-US" sz="1800" dirty="0"/>
              <a:t>git config --global </a:t>
            </a:r>
            <a:r>
              <a:rPr lang="en-US" sz="1800" dirty="0" err="1"/>
              <a:t>user.email</a:t>
            </a:r>
            <a:r>
              <a:rPr lang="en-US" sz="1800" dirty="0"/>
              <a:t> “prem@ibm.com</a:t>
            </a:r>
          </a:p>
          <a:p>
            <a:r>
              <a:rPr lang="en-US" sz="1800" dirty="0"/>
              <a:t>git </a:t>
            </a:r>
            <a:r>
              <a:rPr lang="en-US" sz="1800" dirty="0" err="1"/>
              <a:t>init</a:t>
            </a:r>
            <a:r>
              <a:rPr lang="en-US" sz="1800" dirty="0"/>
              <a:t> : Initializes a new Git repository in the current folder. Creates a hidden .git directory.</a:t>
            </a:r>
          </a:p>
          <a:p>
            <a:r>
              <a:rPr lang="en-US" sz="1800" dirty="0"/>
              <a:t>git add . : Adds all modified and new files from workspace to the staging area.</a:t>
            </a:r>
          </a:p>
          <a:p>
            <a:r>
              <a:rPr lang="en-US" sz="1800" dirty="0"/>
              <a:t>git status : Shows the current state of working directory, staging area, and untracked files.</a:t>
            </a:r>
          </a:p>
          <a:p>
            <a:r>
              <a:rPr lang="en-US" sz="1800" dirty="0"/>
              <a:t>git commit -m "first commit" : Saves the staged changes into the local repository with a commit message.</a:t>
            </a:r>
          </a:p>
          <a:p>
            <a:r>
              <a:rPr lang="en-US" sz="1800" dirty="0"/>
              <a:t>git branch -M main : Renames the current branch to 'main' (recommended default branch name).</a:t>
            </a:r>
          </a:p>
          <a:p>
            <a:r>
              <a:rPr lang="en-US" sz="1800" dirty="0"/>
              <a:t>git remote add origin https://github.com/Pradeephm1998/new_fe.git : Connects your local repository to the remote GitHub repository.</a:t>
            </a:r>
          </a:p>
          <a:p>
            <a:r>
              <a:rPr lang="en-US" sz="1800" dirty="0"/>
              <a:t>git push -u origin main : Pushes your local 'main' branch to GitHub and sets it as the default upstream branch.</a:t>
            </a:r>
          </a:p>
          <a:p>
            <a:r>
              <a:rPr lang="en-US" sz="1800" dirty="0"/>
              <a:t>git log : is used to check the repo history.</a:t>
            </a:r>
          </a:p>
          <a:p>
            <a:r>
              <a:rPr lang="en-US" sz="1800" dirty="0"/>
              <a:t>git log abc.sh : is used to check history of the file.</a:t>
            </a:r>
          </a:p>
          <a:p>
            <a:r>
              <a:rPr lang="en-US" sz="1800" dirty="0"/>
              <a:t>git log -2 : is used to check last 2-commits</a:t>
            </a:r>
          </a:p>
          <a:p>
            <a:r>
              <a:rPr lang="en-US" sz="1800" dirty="0"/>
              <a:t>git log -2 abc.sh : Last two commits of the files.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 in the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Branching:</a:t>
            </a:r>
          </a:p>
          <a:p>
            <a:pPr>
              <a:buNone/>
            </a:pPr>
            <a:r>
              <a:rPr lang="en-US" dirty="0"/>
              <a:t>     is a parallel development, two or more teams will work on the same piece of a code on different branches, later they can integrate the changes by merging.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Branching 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2172067"/>
            <a:ext cx="8229600" cy="3915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086600" y="3429000"/>
            <a:ext cx="1245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2400" y="2209800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Branch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0" y="4572000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Branch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1" y="228600"/>
            <a:ext cx="5582544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Branches in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How to create the branches in git ?????</a:t>
            </a:r>
          </a:p>
          <a:p>
            <a:pPr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lang="en-US" dirty="0">
                <a:solidFill>
                  <a:srgbClr val="00B050"/>
                </a:solidFill>
              </a:rPr>
              <a:t>  Git branch new-branch-name</a:t>
            </a:r>
          </a:p>
          <a:p>
            <a:r>
              <a:rPr lang="en-US" dirty="0">
                <a:solidFill>
                  <a:srgbClr val="FF0000"/>
                </a:solidFill>
              </a:rPr>
              <a:t>How to switch from one branch to another</a:t>
            </a:r>
          </a:p>
          <a:p>
            <a:pPr>
              <a:buNone/>
            </a:pPr>
            <a:r>
              <a:rPr lang="en-US" dirty="0">
                <a:solidFill>
                  <a:srgbClr val="7030A0"/>
                </a:solidFill>
              </a:rPr>
              <a:t>    Git checkout branch-name</a:t>
            </a:r>
          </a:p>
          <a:p>
            <a:pPr>
              <a:buNone/>
            </a:pPr>
            <a:r>
              <a:rPr lang="en-US" dirty="0">
                <a:solidFill>
                  <a:srgbClr val="7030A0"/>
                </a:solidFill>
              </a:rPr>
              <a:t>	EX: Git checkout </a:t>
            </a:r>
            <a:r>
              <a:rPr lang="en-US" dirty="0" err="1">
                <a:solidFill>
                  <a:srgbClr val="7030A0"/>
                </a:solidFill>
              </a:rPr>
              <a:t>Branch1</a:t>
            </a:r>
            <a:endParaRPr lang="en-US" dirty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How to create the branch, and switch to that newly created branch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    </a:t>
            </a:r>
            <a:r>
              <a:rPr lang="en-US" dirty="0">
                <a:solidFill>
                  <a:srgbClr val="0070C0"/>
                </a:solidFill>
              </a:rPr>
              <a:t>Git checkout –b new-branch-name</a:t>
            </a:r>
          </a:p>
          <a:p>
            <a:pPr>
              <a:buNone/>
            </a:pPr>
            <a:r>
              <a:rPr lang="en-US" dirty="0">
                <a:solidFill>
                  <a:srgbClr val="0070C0"/>
                </a:solidFill>
              </a:rPr>
              <a:t>	Ex: Git checkout –b </a:t>
            </a:r>
            <a:r>
              <a:rPr lang="en-US" dirty="0" err="1">
                <a:solidFill>
                  <a:srgbClr val="0070C0"/>
                </a:solidFill>
              </a:rPr>
              <a:t>Branch2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How to list/check Branches in git 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	Git branch 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	* represent, current branch</a:t>
            </a:r>
          </a:p>
          <a:p>
            <a:pPr>
              <a:buNone/>
            </a:pPr>
            <a:endParaRPr lang="en-US" dirty="0">
              <a:solidFill>
                <a:srgbClr val="002060"/>
              </a:solidFill>
            </a:endParaRPr>
          </a:p>
          <a:p>
            <a:pPr>
              <a:buNone/>
            </a:pP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Tag is the name given to set of versions of files/directories.</a:t>
            </a:r>
          </a:p>
          <a:p>
            <a:pPr>
              <a:buNone/>
            </a:pPr>
            <a:r>
              <a:rPr lang="en-US" dirty="0"/>
              <a:t>	It indicates milestone of the project, we can easily remember tags in future. </a:t>
            </a:r>
          </a:p>
          <a:p>
            <a:pPr>
              <a:buNone/>
            </a:pPr>
            <a:r>
              <a:rPr lang="en-US" dirty="0"/>
              <a:t>	If I want good code in the future, we tag it by giving a proper name.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How to create a tag </a:t>
            </a:r>
          </a:p>
          <a:p>
            <a:pPr>
              <a:buNone/>
            </a:pPr>
            <a:r>
              <a:rPr lang="en-US" dirty="0"/>
              <a:t>   Git tag tag-name</a:t>
            </a:r>
          </a:p>
          <a:p>
            <a:r>
              <a:rPr lang="en-US" dirty="0">
                <a:solidFill>
                  <a:srgbClr val="FF0000"/>
                </a:solidFill>
              </a:rPr>
              <a:t>  How to see the list of tags:</a:t>
            </a:r>
          </a:p>
          <a:p>
            <a:pPr marL="342900" lvl="1" indent="-342900">
              <a:buNone/>
            </a:pPr>
            <a:r>
              <a:rPr lang="en-US" dirty="0"/>
              <a:t>	Git Tag</a:t>
            </a:r>
          </a:p>
          <a:p>
            <a:r>
              <a:rPr lang="en-US" dirty="0">
                <a:solidFill>
                  <a:srgbClr val="FF0000"/>
                </a:solidFill>
              </a:rPr>
              <a:t>How to move from one tag to another:</a:t>
            </a:r>
          </a:p>
          <a:p>
            <a:pPr lvl="1">
              <a:buNone/>
            </a:pPr>
            <a:r>
              <a:rPr lang="en-US" dirty="0"/>
              <a:t>Git checkout tag-name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438</Words>
  <Application>Microsoft Office PowerPoint</Application>
  <PresentationFormat>On-screen Show (4:3)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Constantia</vt:lpstr>
      <vt:lpstr>Wingdings 2</vt:lpstr>
      <vt:lpstr>Flow</vt:lpstr>
      <vt:lpstr>To configure the username &amp; Mail id in git</vt:lpstr>
      <vt:lpstr>Branches in the Git</vt:lpstr>
      <vt:lpstr>Branching </vt:lpstr>
      <vt:lpstr>PowerPoint Presentation</vt:lpstr>
      <vt:lpstr>Branches in Git</vt:lpstr>
      <vt:lpstr>Git Tag</vt:lpstr>
      <vt:lpstr>Tag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pradeep hm</dc:creator>
  <cp:lastModifiedBy>pradeep hm</cp:lastModifiedBy>
  <cp:revision>2</cp:revision>
  <dcterms:modified xsi:type="dcterms:W3CDTF">2025-12-02T15:47:35Z</dcterms:modified>
</cp:coreProperties>
</file>